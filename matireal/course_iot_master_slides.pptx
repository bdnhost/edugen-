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🚀 IoT ואוטומציה למהנדסים — Masterpiece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IOT-MASTER-2025 — Masterpiece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1: הגדרת בעיה וסביבת פיתוח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הגדירו MVP ו- success criteria</a:t>
            </a:r>
          </a:p>
          <a:p>
            <a:pPr/>
            <a:r>
              <a:t>- הקימו סביבת פיתוח (PlatformIO/Arduino IDE)</a:t>
            </a:r>
          </a:p>
          <a:p>
            <a:pPr/>
            <a:r>
              <a:t>- הבינו ארכיטקטורת IoT בסיסית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2: חומרה וחיווט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חיבור חיישנים אנלוגיים ודיגיטליים</a:t>
            </a:r>
          </a:p>
          <a:p>
            <a:pPr/>
            <a:r>
              <a:t>- הבנת ADC וסינון אותות</a:t>
            </a:r>
          </a:p>
          <a:p>
            <a:pPr/>
            <a:r>
              <a:t>- הכנת BOM בסיסי ותיעוד חיבור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3: קושחה מודולרית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מבנה מודולארי של קוד</a:t>
            </a:r>
          </a:p>
          <a:p>
            <a:pPr/>
            <a:r>
              <a:t>- הטמעת power management</a:t>
            </a:r>
          </a:p>
          <a:p>
            <a:pPr/>
            <a:r>
              <a:t>- הטמעת logging ו-OTA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4: איסוף נתונים ו-visualization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בניית pipeline real-time</a:t>
            </a:r>
          </a:p>
          <a:p>
            <a:pPr/>
            <a:r>
              <a:t>- יישום smoothing ו-alerting</a:t>
            </a:r>
          </a:p>
          <a:p>
            <a:pPr/>
            <a:r>
              <a:t>- הסכמה על פורמט נתונים לשמירה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5: פרוטוקולים ואבטחה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עיצוב MQTT topics ותכנון QoS</a:t>
            </a:r>
          </a:p>
          <a:p>
            <a:pPr/>
            <a:r>
              <a:t>- הטמעת TLS/provisioning בסיסי</a:t>
            </a:r>
          </a:p>
          <a:p>
            <a:pPr/>
            <a:r>
              <a:t>- ביצוע threat model פשוט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6: פרויקט גמר והצגות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הצגת פרוטוטייפ עובד</a:t>
            </a:r>
          </a:p>
          <a:p>
            <a:pPr/>
            <a:r>
              <a:t>- peer review ושיפור מהיר</a:t>
            </a:r>
          </a:p>
          <a:p>
            <a:pPr/>
            <a:r>
              <a:t>- הגשת deliverables: repo, demo video,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&amp;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פרויקט גמר: יישום מעשי</a:t>
            </a:r>
          </a:p>
          <a:p>
            <a:pPr lvl="1"/>
            <a:r>
              <a:t>technical: 50</a:t>
            </a:r>
          </a:p>
          <a:p>
            <a:pPr lvl="1"/>
            <a:r>
              <a:t>demo: 20</a:t>
            </a:r>
          </a:p>
          <a:p>
            <a:pPr lvl="1"/>
            <a:r>
              <a:t>security: 15</a:t>
            </a:r>
          </a:p>
          <a:p>
            <a:pPr lvl="1"/>
            <a:r>
              <a:t>docs: 10</a:t>
            </a:r>
          </a:p>
          <a:p>
            <a:pPr lvl="1"/>
            <a:r>
              <a:t>presentation: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