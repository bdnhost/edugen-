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🚀 IoT ואוטומציה למהנדסים — Masterpiece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IOT-MASTER-2025 — Enhanced Masterpiece syllabus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Total Sessions: 6</a:t>
            </a:r>
          </a:p>
          <a:p>
            <a:pPr/>
            <a:r>
              <a:t>Total Assignments: 18</a:t>
            </a:r>
          </a:p>
          <a:p>
            <a:pPr/>
            <a:r>
              <a:t>Assignments per Session: 3</a:t>
            </a:r>
          </a:p>
          <a:p>
            <a:pPr/>
            <a:r>
              <a:t>Total Diagrams: 18</a:t>
            </a:r>
          </a:p>
          <a:p>
            <a:pPr/>
            <a:r>
              <a:t>Diagrams per Session: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Assignment Categories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תרגילים: 6 assignments - תרגילים קצרים ליישום מיידי</a:t>
            </a:r>
          </a:p>
          <a:p>
            <a:pPr/>
            <a:r>
              <a:t>משימות: 6 assignments - משימות מקיפות יותר</a:t>
            </a:r>
          </a:p>
          <a:p>
            <a:pPr/>
            <a:r>
              <a:t>פרויקטים: 6 assignments - פרויקטים ארוכי טווח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1: הגדרת בעיה וסביבת פיתוח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הגדירו MVP ו- success criteria</a:t>
            </a:r>
          </a:p>
          <a:p>
            <a:pPr/>
            <a:r>
              <a:t>- הקימו סביבת פיתוח (PlatformIO/Arduino IDE)</a:t>
            </a:r>
          </a:p>
          <a:p>
            <a:pPr/>
            <a:r>
              <a:t>- הבינו ארכיטקטורת IoT בסיסית</a:t>
            </a:r>
          </a:p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2: חומרה וחיווט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חיבור חיישנים אנלוגיים ודיגיטליים</a:t>
            </a:r>
          </a:p>
          <a:p>
            <a:pPr/>
            <a:r>
              <a:t>- הבנת ADC וסינון אותות</a:t>
            </a:r>
          </a:p>
          <a:p>
            <a:pPr/>
            <a:r>
              <a:t>- הכנת BOM בסיסי ותיעוד חיבור</a:t>
            </a:r>
          </a:p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3: קושחה מודולרית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מבנה מודולארי של קוד</a:t>
            </a:r>
          </a:p>
          <a:p>
            <a:pPr/>
            <a:r>
              <a:t>- הטמעת power management</a:t>
            </a:r>
          </a:p>
          <a:p>
            <a:pPr/>
            <a:r>
              <a:t>- הטמעת logging ו-OTA</a:t>
            </a:r>
          </a:p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4: איסוף נתונים ו-visualization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בניית pipeline real-time</a:t>
            </a:r>
          </a:p>
          <a:p>
            <a:pPr/>
            <a:r>
              <a:t>- יישום smoothing ו-alerting</a:t>
            </a:r>
          </a:p>
          <a:p>
            <a:pPr/>
            <a:r>
              <a:t>- הסכמה על פורמט נתונים לשמירה</a:t>
            </a:r>
          </a:p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5: פרוטוקולים ואבטחה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עיצוב MQTT topics ותכנון QoS</a:t>
            </a:r>
          </a:p>
          <a:p>
            <a:pPr/>
            <a:r>
              <a:t>- הטמעת TLS/provisioning בסיסי</a:t>
            </a:r>
          </a:p>
          <a:p>
            <a:pPr/>
            <a:r>
              <a:t>- ביצוע threat model פשוט</a:t>
            </a:r>
          </a:p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מפגש 6: פרויקט גמר והצגות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- הצגת פרוטוטייפ עובד</a:t>
            </a:r>
          </a:p>
          <a:p>
            <a:pPr/>
            <a:r>
              <a:t>- peer review ושיפור מהיר</a:t>
            </a:r>
          </a:p>
          <a:p>
            <a:pPr/>
            <a:r>
              <a:t>- הגשת deliverables: repo, demo video, report</a:t>
            </a:r>
          </a:p>
          <a:p>
            <a:pPr lvl="1"/>
            <a:r>
              <a:t>Resources: 3 assignments, 3 diagrams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Project &amp; Rubric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פרויקט גמר: יישום מעשי</a:t>
            </a:r>
          </a:p>
          <a:p>
            <a:pPr lvl="1"/>
            <a:r>
              <a:t>technical: 50 points</a:t>
            </a:r>
          </a:p>
          <a:p>
            <a:pPr lvl="1"/>
            <a:r>
              <a:t>demo: 20 points</a:t>
            </a:r>
          </a:p>
          <a:p>
            <a:pPr lvl="1"/>
            <a:r>
              <a:t>security: 15 points</a:t>
            </a:r>
          </a:p>
          <a:p>
            <a:pPr lvl="1"/>
            <a:r>
              <a:t>docs: 10 points</a:t>
            </a:r>
          </a:p>
          <a:p>
            <a:pPr lvl="1"/>
            <a:r>
              <a:t>presentation: 5 points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