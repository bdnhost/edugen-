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מימניות דיגיטליות בסיסיות לסטודנט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DIGITAL-PRO-2025 — Masterpiece syllabus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למה מיומנויות דיגיטליות חשובות לסטודנטים?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הסטודנט יבין את החשיבות של מיומנויות דיגיטליות להצלחה אקדמית.</a:t>
            </a:r>
          </a:p>
          <a:p>
            <a:r>
              <a:t>2. הסטודנט יכיר את היתרונות של שימוש בכלים דיגיטליים לניהול זמן וארגון חומרים.</a:t>
            </a:r>
          </a:p>
          <a:p>
            <a:r>
              <a:t>3. הסטודנט יכיר את המבנה הבסיסי של הקורס ואת הציפיות ממנו.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חיפוש אקדמי יעיל וסינון מידע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הסטודנט ידע להשתמש בטכניקות חיפוש בוליאניות למציאת מידע מדויק.</a:t>
            </a:r>
          </a:p>
          <a:p>
            <a:r>
              <a:t>2. הסטודנט יכיר לפחות שלושה מאגרי מידע אקדמיים רלוונטיים לתחום לימודיו.</a:t>
            </a:r>
          </a:p>
          <a:p>
            <a:r>
              <a:t>3. הסטודנט ידע לסנן תוצאות חיפוש לפי קריטריונים אקדמיים.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ארגון קבצים ומסמכים אקדמיים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הסטודנט ידע ליצור מבנה תיקיות הגיוני לניהול חומרי לימוד.</a:t>
            </a:r>
          </a:p>
          <a:p>
            <a:r>
              <a:t>2. הסטודנט יקפיד על שימוש בשמות קבצים עקביים הכוללים תאריך, נושא וגרסה.</a:t>
            </a:r>
          </a:p>
          <a:p>
            <a:r>
              <a:t>3. הסטודנט יכיר כלים לגיבוי אוטומטי בענן.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הגשת מטלות וניהול זמן דיגיטלי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הסטודנט ידע להשתמש בכלים דיגיטליים להגשת מטלות בפורמטים נכונים.</a:t>
            </a:r>
          </a:p>
          <a:p>
            <a:r>
              <a:t>2. הסטודנט יכיר לפחות שני כלים לניהול זמן אקדמי.</a:t>
            </a:r>
          </a:p>
          <a:p>
            <a:r>
              <a:t>3. הסטודנט יתכנן שבוע למידה באמצעות כלים דיגיטליים.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&amp;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תרגיל 1: מיפוי מיומנויות דיגיטליות</a:t>
            </a:r>
          </a:p>
          <a:p>
            <a:pPr lvl="1"/>
            <a:r>
              <a:t>name: מחוון תרגיל 1</a:t>
            </a:r>
          </a:p>
          <a:p>
            <a:pPr lvl="1"/>
            <a:r>
              <a:t>criteria: [{'title': 'שלמות המיפוי', 'description': 'כיסוי כל המיומנויות הדיגיטליות הנדרשות לסטודנט', 'max_points': 40}, {'title': 'ניתוח ומטרות', 'description': 'ניתוח מפורט של הפערים ויעדים ריאליים', 'max_points': 40}, {'title': 'מבנה ונראות', 'description': 'הצגה ברורה וקריאה של המידע', 'max_points': 20}]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