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🚀 מימניות דיגיטליות בסיסיות לסטודנט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DIGITAL-PRO-2025 — Enhanced Digital Literacy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Sessions: 4</a:t>
            </a:r>
          </a:p>
          <a:p>
            <a:pPr/>
            <a:r>
              <a:t>Total Assignments: 12</a:t>
            </a:r>
          </a:p>
          <a:p>
            <a:pPr/>
            <a:r>
              <a:t>Assignments per Session: 3</a:t>
            </a:r>
          </a:p>
          <a:p>
            <a:pPr/>
            <a:r>
              <a:t>Total Diagrams: 12</a:t>
            </a:r>
          </a:p>
          <a:p>
            <a:pPr/>
            <a:r>
              <a:t>Diagrams per Session: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תרגילים: 4 assignments - תרגילים קצרים ליישום מיידי</a:t>
            </a:r>
          </a:p>
          <a:p>
            <a:pPr/>
            <a:r>
              <a:t>משימות: 4 assignments - משימות מקיפות יותר</a:t>
            </a:r>
          </a:p>
          <a:p>
            <a:pPr/>
            <a:r>
              <a:t>פרויקטים: 4 assignments - פרויקטים ארוכי טווח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1: למה מיומנויות דיגיטליות חשובות לסטודנטים? | 📋 תוכן המדריך | 📢 כרזות קורס - מימניות דיגיטליות לסטודנט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2: 1. חיפוש אקדמי יעיל וסינון מידע | 2. ארגון קבצים ומסמכים אקדמיים | 3. הגשת מטלות וניהול זמן דיגיטלי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3: 🎯 סיימת את המדריך? זמן להמשיך ללמוד! | 🌟 רוצה ללמוד יותר? הצטרף לקורס המלא! | 📚 מדריכים קשורים שיעניינו אותך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4: ❓ שאלות נפוצות | 🎯 מסקנות ויישום מעשי | 📋 משימות לשבוע הקרוב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Literacy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Efficient academic search and information filtering</a:t>
            </a:r>
          </a:p>
          <a:p>
            <a:pPr/>
            <a:r>
              <a:t>✓ Systematic file and document organization</a:t>
            </a:r>
          </a:p>
          <a:p>
            <a:pPr/>
            <a:r>
              <a:t>✓ Effective digital time management</a:t>
            </a:r>
          </a:p>
          <a:p>
            <a:pPr/>
            <a:r>
              <a:t>✓ Professional assignment submission</a:t>
            </a:r>
          </a:p>
          <a:p>
            <a:pPr/>
            <a:r>
              <a:t>✓ Practical application through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